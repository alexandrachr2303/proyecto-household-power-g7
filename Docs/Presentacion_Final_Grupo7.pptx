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>
        <p:scale>
          <a:sx n="92" d="100"/>
          <a:sy n="92" d="100"/>
        </p:scale>
        <p:origin x="114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944B7-6A24-4FD3-9B53-6597756C003C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64710-623C-4835-BB69-A82C2A1D61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26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64710-623C-4835-BB69-A82C2A1D61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37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021DA-D851-66DD-3F0D-5F988C47E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6B1529-2837-B397-8E56-D22BDF822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114116-BC53-69EA-5906-C5B5B31C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121115-71B6-02CB-09CE-21E64BC1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6292C-CBD7-ECC0-E5C5-22D79004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50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D614B-0690-98D9-09E1-72E7C493B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A134B3-545B-FDDC-6C31-61DA9CEFD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CCB440-7887-C19A-5113-B52866280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77697A-DC3D-8B6E-823C-01CBA984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F44B03-E6F5-66C3-0F05-A995F0CC5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4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C443A-1E48-10D6-862C-88289BB50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72CD38-989D-FD95-85EE-14A895C79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5CDEEE-4C3F-F261-F41B-6F93A149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64B211-33AF-18DC-BE8D-2A5D19C5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5F8B33-D10E-9EDB-FD4B-A7293D9D0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5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BD247-FF85-F56E-2BC5-AF686FA9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F92BF3-FFF0-4ECA-346A-4EF8DBECB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0DE4C3-232B-0941-18FC-D38A5E2CF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F1A3BA-6333-1957-8AC4-D356FEF5B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F49111-3224-962E-F8CD-9734B4E4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2B8A46-8C06-3114-7B0F-1EB3A81D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12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4539D-4C8E-3CED-F13E-2E7C21A06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142DEE-1B4A-08C2-0030-416554113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E553AE-8AE9-6C62-CCB8-471359A85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54A5C9-CD70-04A5-9188-7858ABA78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5F7F5D-FC7D-B228-4D0F-73BEA5E6D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2C2D3F-2605-EA42-23A6-15135421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4D63562-A842-CF00-EEFA-B80FA573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609096-B2A4-A084-AE1A-178AA5F6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82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5C49D-B269-B19E-EA1D-A7CFE074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023C8DF-143E-342E-FD2B-3F43BC98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6EB4340-63E0-3288-4309-BAF5BA274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614C4A-A6BA-D93A-17FB-5283175E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46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C6B0ED-A69E-CF55-0104-5A9C7669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49BB37-70F1-CE77-9383-4C27C14D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7CE369-0EED-9DD6-E80B-2725AD8C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3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31B82-F978-B348-8CCB-6A2A43A28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2BDDF4-0E09-2152-ED19-A4BFA7096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F0498D-BC21-B805-47F5-074500DCC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270584-A98F-698A-85AE-8D436932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4B361E-801C-22AF-DE8A-3411FDC69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E8E7A-0D44-5B08-05E5-F25EF3EB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20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5392B-A7BA-C65B-29BA-4FCBEA046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C759770-F3E7-A7DD-51FC-BB03F576F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F72CAA-2D1D-1A92-0E8D-1ECF767F2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0D0D8B-E163-E2B9-D854-B925C6BE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32E786-D636-6EA6-A222-171E1A42B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5A25B2-4AAC-8630-CCE7-FF8C8090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1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C688D-295B-FA3D-9FB7-2A0F470B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806138-9F27-BD9F-1038-25F3E9ABD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3DB9D-B77A-4EFF-0557-B12C1752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1A647F-203C-2190-8567-46720FBC4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5A2CAD-7F13-E126-F639-E3827574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3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C92299-42F5-52D8-0C00-128E6FE4A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18C3E9-CC57-C9E8-2C19-69F9EE7A3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60CB3A-8D1A-F438-70A5-854CC659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9B9210-49E4-06E4-E360-498D59BC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2717B-5852-1D5D-A8E9-10360D6B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29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127DC3-46F7-6D6B-AFFD-21E6D9C8D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F18435-C653-67CC-8B73-1E667A85C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70E5DA-751C-2DE2-B32E-470A44346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81F90-5465-458E-B73B-F197967E99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C7FCC3-8732-2F83-4A32-78CA3BBDD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B5F554-5F27-FE7A-5826-58458FC04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3E975-C92E-4C8C-8DE6-8BD49449ACF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8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E47E8C-E641-24A2-21D7-D61B92B33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6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359A33F-2C0B-3484-52F1-EB8A24353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3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1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1B1A34-984B-6588-75E5-8916EEF45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2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DB6EF5-2C59-C021-605D-DF5B2EBE0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77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876896-1571-3A1F-ECC1-67CC7246F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55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5AB499-E810-047F-DE81-88C4FBF69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9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2EAD71-F3E4-BBF7-D9AB-7716A330D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11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85BA57-0AA2-0E70-E6C0-E2BB1EBC2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966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</Words>
  <Application>Microsoft Office PowerPoint</Application>
  <PresentationFormat>Panorámica</PresentationFormat>
  <Paragraphs>1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Alfaro</dc:creator>
  <cp:lastModifiedBy>Alejandro Alfaro</cp:lastModifiedBy>
  <cp:revision>3</cp:revision>
  <dcterms:created xsi:type="dcterms:W3CDTF">2026-09-03T05:45:51Z</dcterms:created>
  <dcterms:modified xsi:type="dcterms:W3CDTF">2026-09-04T01:23:03Z</dcterms:modified>
</cp:coreProperties>
</file>